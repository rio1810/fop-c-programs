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6T15:03:19.463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336 1,'12'1,"1"1,-1 1,0 0,0 1,0 0,0 0,20 12,-5-3,-20-10,33 16,1-2,69 18,-61-24,8 1,0 2,90 36,-127-41,1 2,0-2,1 0,1-1,-1-1,1-1,1-2,23 3,395-6,-198-4,-173 4,388-19,-184-13,624-96,-782 105,139-32,-220 45,1 2,72-5,73 11,-76 2,-709-1,-657 19,696-6,652-13,1097 50,-369-7,-674-39,-112 0,-30-4,1 0,-1 0,0 0,0 0,0 0,0 0,0 0,1 0,-1 0,0 0,0 0,0 0,0 0,0 0,1 0,-1 0,0 0,0 0,0 0,0 0,0 0,1 1,-1-1,0 0,0 0,0 0,0 0,0 0,0 0,0 0,0 0,1 1,-1-1,0 0,0 0,0 0,0 0,0 0,0 1,0-1,0 0,0 0,0 0,0 0,0 0,0 1,0-1,0 0,0 0,0 0,0 0,0 0,0 1,0-1,0 0,0 0,0 0,0 0,-1 0,1 0,0 1,0-1,0 0,-14 6,-24 4,-672 65,-20-52,-4-25,230 0,432-2,1-3,-73-17,5 1,-20 3,-164 2,-214 20,529-2,0 0,0-1,0 0,1 0,-1-1,0 0,-13-6,19 7,0 0,0 0,0 0,1 0,-1 0,0 0,1 0,-1-1,1 1,0-1,-1 1,1-1,0 1,0-1,0 0,0 0,0 1,0-1,0 0,1 0,-1 0,1 0,-1 0,1 0,0 0,0 0,0 0,0 0,0 0,0 0,1 0,-1 0,0 0,1 0,1-3,-1 3,0 0,1-1,-1 1,0 0,1 1,-1-1,1 0,0 0,0 1,-1-1,1 1,0-1,0 1,1 0,-1 0,0 0,3-1,45-11,-39 11,87-13,0 5,122 4,-161 5,584 19,-217-6,-200-8,-82 7,179 35,-191-23,53 15,-27-5,-39-5,-84-17,1-3,0-1,51 3,464-8,-264-4,-178 3,0 0,148-15,-117 1,170 7,-306 6,22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79FAB-DC0E-0741-844D-AEDDA657D593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14704-DA63-5648-A576-9C2E940B5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1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50933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Why C Programming Language is the Mother of All Programming Languages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908822"/>
            <a:ext cx="7556421" cy="256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Presenters: Manav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Nalkande</a:t>
            </a: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Chaitanya Nikam, Aryan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Kharwade</a:t>
            </a: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Ayush Manjrekar, Henin Rio M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PRN: 126222526, 126223562, 126223835, 126221824, 126221978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Course: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Btech</a:t>
            </a: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Computer Science ( </a:t>
            </a:r>
            <a:r>
              <a:rPr lang="en-US" sz="15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CyberSecurity</a:t>
            </a: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Forensics )</a:t>
            </a:r>
          </a:p>
          <a:p>
            <a:pPr algn="l">
              <a:lnSpc>
                <a:spcPts val="2500"/>
              </a:lnSpc>
              <a:buSzPct val="100000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Division: 13   </a:t>
            </a:r>
          </a:p>
          <a:p>
            <a:pPr algn="l">
              <a:lnSpc>
                <a:spcPts val="2500"/>
              </a:lnSpc>
              <a:buSzPct val="100000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  College Name: MIT WPU 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Subject Name</a:t>
            </a:r>
            <a:r>
              <a:rPr lang="en-US" sz="155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: Foundations of Programming</a:t>
            </a:r>
            <a:endParaRPr lang="en-US" sz="15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837595-B298-3952-7556-733DF685E28F}"/>
                  </a:ext>
                </a:extLst>
              </p14:cNvPr>
              <p14:cNvContentPartPr/>
              <p14:nvPr/>
            </p14:nvContentPartPr>
            <p14:xfrm>
              <a:off x="12691958" y="7905723"/>
              <a:ext cx="1770480" cy="102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837595-B298-3952-7556-733DF685E2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38318" y="7797723"/>
                <a:ext cx="1878120" cy="3178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B669D47-4C30-D4EF-BCEF-114B146BA295}"/>
              </a:ext>
            </a:extLst>
          </p:cNvPr>
          <p:cNvSpPr/>
          <p:nvPr/>
        </p:nvSpPr>
        <p:spPr>
          <a:xfrm>
            <a:off x="12301666" y="7727794"/>
            <a:ext cx="2252546" cy="412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1971080"/>
            <a:ext cx="1092398" cy="373142"/>
          </a:xfrm>
          <a:prstGeom prst="roundRect">
            <a:avLst>
              <a:gd name="adj" fmla="val 6383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399252" y="2030611"/>
            <a:ext cx="85427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CHAPTER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2423517"/>
            <a:ext cx="673560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Introduction to C: The Foundation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280190" y="321730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b="1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3758089"/>
            <a:ext cx="7556421" cy="250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 is a powerful, general-purpose programming language.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was developed by Dennis Ritchie at Bell Labs.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Its creation dates back to 1972, revolutionizing software development.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Initially designed for system programming, particularly for the Unix operating system.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Provided unprecedented control over hardware, bridging the gap between low-level assembly and high-level languages.</a:t>
            </a:r>
            <a:endParaRPr lang="en-US" sz="15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4E3951-B4DB-08ED-4A12-D41290C202BB}"/>
              </a:ext>
            </a:extLst>
          </p:cNvPr>
          <p:cNvSpPr/>
          <p:nvPr/>
        </p:nvSpPr>
        <p:spPr>
          <a:xfrm>
            <a:off x="12301666" y="7727794"/>
            <a:ext cx="2252546" cy="412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653540"/>
            <a:ext cx="1092398" cy="373142"/>
          </a:xfrm>
          <a:prstGeom prst="roundRect">
            <a:avLst>
              <a:gd name="adj" fmla="val 6383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2852" y="1713071"/>
            <a:ext cx="85427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CHAPTER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2105978"/>
            <a:ext cx="577977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 Genesis and Purpose of C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793790" y="289976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3440549"/>
            <a:ext cx="7556421" cy="3135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 was created to rewrite the Unix operating system from assembly language.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Aimed to achieve high performance while maintaining portability across different hardware.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Its development was a response to the limitations of earlier languages like B and BCPL.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Played a crucial role in the evolution of software engineering and operating systems.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Enabled the widespread adoption of Unix and subsequently, the internet infrastructure.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635913"/>
            <a:ext cx="1112877" cy="373142"/>
          </a:xfrm>
          <a:prstGeom prst="roundRect">
            <a:avLst>
              <a:gd name="adj" fmla="val 6383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2852" y="695444"/>
            <a:ext cx="87475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CHAPTER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088350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Core Features of C: Power and Flexibility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793790" y="237827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r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3216712"/>
            <a:ext cx="3679031" cy="2099191"/>
          </a:xfrm>
          <a:prstGeom prst="roundRect">
            <a:avLst>
              <a:gd name="adj" fmla="val 5227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93790" y="3193852"/>
            <a:ext cx="3679031" cy="91440"/>
          </a:xfrm>
          <a:prstGeom prst="roundRect">
            <a:avLst>
              <a:gd name="adj" fmla="val 3255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335649" y="291905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4243" y="3097649"/>
            <a:ext cx="238125" cy="238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15008" y="3712845"/>
            <a:ext cx="30914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Structured Programming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015008" y="4142065"/>
            <a:ext cx="32365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 supports clear, modular programming through functions and control structures.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4671179" y="3216712"/>
            <a:ext cx="3679031" cy="2099191"/>
          </a:xfrm>
          <a:prstGeom prst="roundRect">
            <a:avLst>
              <a:gd name="adj" fmla="val 5227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671179" y="3193852"/>
            <a:ext cx="3679031" cy="91440"/>
          </a:xfrm>
          <a:prstGeom prst="roundRect">
            <a:avLst>
              <a:gd name="adj" fmla="val 3255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13038" y="291905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1632" y="3097649"/>
            <a:ext cx="238125" cy="238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397" y="3712845"/>
            <a:ext cx="322599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Low-Level Memory Access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4892397" y="4142065"/>
            <a:ext cx="32365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Pointers allow direct manipulation of memory, crucial for system-level tasks.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93790" y="5811917"/>
            <a:ext cx="7556421" cy="1781651"/>
          </a:xfrm>
          <a:prstGeom prst="roundRect">
            <a:avLst>
              <a:gd name="adj" fmla="val 6159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93790" y="5789057"/>
            <a:ext cx="7556421" cy="91440"/>
          </a:xfrm>
          <a:prstGeom prst="roundRect">
            <a:avLst>
              <a:gd name="adj" fmla="val 3255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274344" y="551426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52938" y="5692854"/>
            <a:ext cx="238125" cy="238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15008" y="63080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Portability</a:t>
            </a:r>
            <a:endParaRPr lang="en-US" sz="1950" dirty="0"/>
          </a:p>
        </p:txBody>
      </p:sp>
      <p:sp>
        <p:nvSpPr>
          <p:cNvPr id="24" name="Text 18"/>
          <p:cNvSpPr/>
          <p:nvPr/>
        </p:nvSpPr>
        <p:spPr>
          <a:xfrm>
            <a:off x="1015008" y="6737271"/>
            <a:ext cx="71139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 programs can be compiled and run on diverse hardware platforms with minimal changes.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494711"/>
            <a:ext cx="1112877" cy="373142"/>
          </a:xfrm>
          <a:prstGeom prst="roundRect">
            <a:avLst>
              <a:gd name="adj" fmla="val 6383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2852" y="1554242"/>
            <a:ext cx="87475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CHAPTER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947148"/>
            <a:ext cx="619637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Efficiency and Applications of C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793790" y="274093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3281720"/>
            <a:ext cx="7556421" cy="3453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Known for its exceptional efficiency and speed, often matching assembly language performance.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Minimal runtime and memory overhead make it ideal for performance-critical applications.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Widely used in system programming, including operating systems, compilers, and device drivers.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Its simplicity and direct control make it a preferred choice for embedded systems and real-time applications.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Continues to be foundational for high-performance computing and resource-constrained environments.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8424"/>
            <a:ext cx="1000839" cy="324326"/>
          </a:xfrm>
          <a:prstGeom prst="roundRect">
            <a:avLst>
              <a:gd name="adj" fmla="val 6609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0946" y="782003"/>
            <a:ext cx="786527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CHAPTER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117044"/>
            <a:ext cx="765059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C's Enduring Influence: A Linguistic Legacy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3790" y="1804749"/>
            <a:ext cx="1304282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03770" y="2257068"/>
            <a:ext cx="22860" cy="5244108"/>
          </a:xfrm>
          <a:prstGeom prst="roundRect">
            <a:avLst>
              <a:gd name="adj" fmla="val 117209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80873" y="2446496"/>
            <a:ext cx="357188" cy="22860"/>
          </a:xfrm>
          <a:prstGeom prst="roundRect">
            <a:avLst>
              <a:gd name="adj" fmla="val 117209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48227" y="2390954"/>
            <a:ext cx="133945" cy="133945"/>
          </a:xfrm>
          <a:prstGeom prst="roundRect">
            <a:avLst>
              <a:gd name="adj" fmla="val 341334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67927" y="231838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C++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2693789"/>
            <a:ext cx="580691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Object-oriented extensions built directly on C.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92340" y="3482459"/>
            <a:ext cx="357188" cy="22860"/>
          </a:xfrm>
          <a:prstGeom prst="roundRect">
            <a:avLst>
              <a:gd name="adj" fmla="val 117209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248227" y="3426916"/>
            <a:ext cx="133945" cy="133945"/>
          </a:xfrm>
          <a:prstGeom prst="roundRect">
            <a:avLst>
              <a:gd name="adj" fmla="val 341334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29694" y="335434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Java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029694" y="3729752"/>
            <a:ext cx="580691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Inherited syntax and many foundational concepts.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80873" y="4388287"/>
            <a:ext cx="357188" cy="22860"/>
          </a:xfrm>
          <a:prstGeom prst="roundRect">
            <a:avLst>
              <a:gd name="adj" fmla="val 117209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48227" y="4332744"/>
            <a:ext cx="133945" cy="133945"/>
          </a:xfrm>
          <a:prstGeom prst="roundRect">
            <a:avLst>
              <a:gd name="adj" fmla="val 341334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67927" y="426017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Python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4635579"/>
            <a:ext cx="580691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Interpreters often written in C; shares control flow.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92340" y="5294233"/>
            <a:ext cx="357188" cy="22860"/>
          </a:xfrm>
          <a:prstGeom prst="roundRect">
            <a:avLst>
              <a:gd name="adj" fmla="val 117209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48227" y="5238690"/>
            <a:ext cx="133945" cy="133945"/>
          </a:xfrm>
          <a:prstGeom prst="roundRect">
            <a:avLst>
              <a:gd name="adj" fmla="val 341334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29694" y="516612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C#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029694" y="5541526"/>
            <a:ext cx="580691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Microsoft's modern language, heavily influenced by C and C++.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80873" y="6200180"/>
            <a:ext cx="357188" cy="22860"/>
          </a:xfrm>
          <a:prstGeom prst="roundRect">
            <a:avLst>
              <a:gd name="adj" fmla="val 117209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48227" y="6144637"/>
            <a:ext cx="133945" cy="133945"/>
          </a:xfrm>
          <a:prstGeom prst="roundRect">
            <a:avLst>
              <a:gd name="adj" fmla="val 341334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67927" y="607206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JavaScript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93790" y="6447473"/>
            <a:ext cx="580691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Syntax borrowed extensively, making it familiar to C programmers.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456E81-BA27-D0E8-BF36-10D65FD55255}"/>
              </a:ext>
            </a:extLst>
          </p:cNvPr>
          <p:cNvSpPr/>
          <p:nvPr/>
        </p:nvSpPr>
        <p:spPr>
          <a:xfrm>
            <a:off x="12301666" y="7727794"/>
            <a:ext cx="2252546" cy="412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1653540"/>
            <a:ext cx="1111806" cy="373142"/>
          </a:xfrm>
          <a:prstGeom prst="roundRect">
            <a:avLst>
              <a:gd name="adj" fmla="val 6383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399252" y="1713071"/>
            <a:ext cx="87368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CHAPTER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2105978"/>
            <a:ext cx="689741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Syntactic and Conceptual Offspring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280190" y="289976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3440549"/>
            <a:ext cx="7556421" cy="3135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Many modern languages adopt C's bracket-based syntax for code blocks.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Concepts like variables, data types, loops, and conditional statements are directly transferable.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Memory management principles (though often abstracted) have roots in C's explicit approach.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Function definitions and parameter passing mechanisms are ubiquitous across C-derived languages.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Learning C provides a strong intuitive understanding of how these successor languages operate under the hood.</a:t>
            </a:r>
            <a:endParaRPr lang="en-US" sz="15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2EA31D-3D91-160B-F171-6A9DABA366A2}"/>
              </a:ext>
            </a:extLst>
          </p:cNvPr>
          <p:cNvSpPr/>
          <p:nvPr/>
        </p:nvSpPr>
        <p:spPr>
          <a:xfrm>
            <a:off x="12301666" y="7727794"/>
            <a:ext cx="2252546" cy="412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246703"/>
            <a:ext cx="1113830" cy="373142"/>
          </a:xfrm>
          <a:prstGeom prst="roundRect">
            <a:avLst>
              <a:gd name="adj" fmla="val 6383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2852" y="1306235"/>
            <a:ext cx="8757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CHAPTER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699141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 Mother Language: C's Fundamental Role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793790" y="298906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3529846"/>
            <a:ext cx="7556421" cy="3453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 serves as the bedrock for many modern operating systems like Linux, Windows, and macOS.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is the primary language for developing compilers and interpreters for other programming languages.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Essential for embedded systems development, from microcontrollers to IoT devices.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Underpins critical system utilities and high-performance applications where speed is paramount.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Its direct interaction with hardware makes it indispensable for device drivers and kernels.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405414"/>
            <a:ext cx="1113830" cy="373142"/>
          </a:xfrm>
          <a:prstGeom prst="roundRect">
            <a:avLst>
              <a:gd name="adj" fmla="val 6383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2852" y="1464945"/>
            <a:ext cx="87570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CHAPTER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857851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Building Strong Programming Basics with C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793790" y="314777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3688556"/>
            <a:ext cx="7556421" cy="3135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Learning C instills a deep understanding of computer architecture and memory management.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teaches fundamental concepts that are often abstracted away in higher-level languages.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Develops problem-solving skills and logical thinking crucial for any programmer.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Provides a strong basis for debugging and optimizing code, improving overall programming proficiency.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Mastery of C equips developers with the ability to write efficient, robust, and performant software.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97298"/>
            <a:ext cx="639722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Conclusion: C's Enduring Legacy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299108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3531870"/>
            <a:ext cx="7556421" cy="250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C's foundational principles continue to shape the landscape of computer science.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remains relevant for performance-critical applications and system-level programming.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Understanding C is key to truly grasping the internals of computing systems.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Its influence will persist as new languages and technologies emerge, built upon its established paradigms.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 for your attention!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0D3B19E-A32D-7DD5-0545-2613D375D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430" y="-1"/>
            <a:ext cx="5817539" cy="82296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3537C81-C7F5-6076-DFC8-A13EF151ED1E}"/>
              </a:ext>
            </a:extLst>
          </p:cNvPr>
          <p:cNvSpPr/>
          <p:nvPr/>
        </p:nvSpPr>
        <p:spPr>
          <a:xfrm>
            <a:off x="12629478" y="7605656"/>
            <a:ext cx="2000922" cy="6239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576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711</Words>
  <Application>Microsoft Office PowerPoint</Application>
  <PresentationFormat>Custom</PresentationFormat>
  <Paragraphs>86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Gelasio Semi Bold</vt:lpstr>
      <vt:lpstr>Gelasio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Aryan</dc:creator>
  <cp:lastModifiedBy>Aryan K</cp:lastModifiedBy>
  <cp:revision>6</cp:revision>
  <dcterms:created xsi:type="dcterms:W3CDTF">2026-02-16T10:16:54Z</dcterms:created>
  <dcterms:modified xsi:type="dcterms:W3CDTF">2026-02-17T09:43:22Z</dcterms:modified>
</cp:coreProperties>
</file>